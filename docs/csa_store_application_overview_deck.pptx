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5059375" cy="6858000"/>
          </a:xfrm>
          <a:prstGeom prst="rect">
            <a:avLst/>
          </a:prstGeom>
          <a:solidFill>
            <a:srgbClr val="8D9475"/>
          </a:solidFill>
          <a:ln w="12700">
            <a:solidFill>
              <a:srgbClr val="8D9475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0972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What it does now, where it is going, and why it pays for itself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5394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2D5"/>
                </a:solidFill>
              </a:rPr>
              <a:t>Deck Family Farm / Full Farm CSA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57150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5"/>
                </a:solidFill>
              </a:rPr>
              <a:t>May 14,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2801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Objective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80960" y="1691640"/>
            <a:ext cx="3840480" cy="3108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interface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conversion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Stronger control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situation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Too many systems. Too many handoffs.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Wix front-end and Wix CMS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Zapier hooks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Line backend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Standalone Node scripts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Google Sheets for customer operations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duplicated work and weak reporting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43800" y="434340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8F2E2B"/>
          </a:solidFill>
          <a:ln w="12700">
            <a:solidFill>
              <a:srgbClr val="8F2E2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08392" y="447141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Current stack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08392" y="475488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6+ moving parts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646920" y="434340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11512" y="447141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Operating pattern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811512" y="4754880"/>
            <a:ext cx="15910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Scotch-tape ecosystem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CSA Store does now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The platform already acts as the operating layer.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Pulls Local Line orders, products, fulfillments, and subscribers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pricing from one place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Tracks drop-site performance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Publishes dashboards from local data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 local subscribe page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Tracks subscription leads in admin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one interface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This is not just cleaner. It is more effective.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source of truth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Wix, Zapier, script, and Sheet overhead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changes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pricing control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conversion tracking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manual work for Laura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138160" y="45720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46535D"/>
          </a:solidFill>
          <a:ln w="12700">
            <a:solidFill>
              <a:srgbClr val="46535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02752" y="470001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Laura's time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302752" y="498348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Less admin friction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want next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One vertically managed platform.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the remaining stitched-together workflow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and convert subscription leads more efficiently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members to nearest drop site or delivery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campaign tracking and subscriber attribution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better retention and communication tools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it on DigitalOcean with Codex-assisted iteration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863840" y="457200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28432" y="4700016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End goal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28432" y="4983480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Operate the system in one place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ROI: direct cost savings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Savings begin before growth upside.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8138160" cy="411480"/>
          </a:xfrm>
          <a:prstGeom prst="roundRect">
            <a:avLst>
              <a:gd name="adj" fmla="val 4444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Current annual tools and support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178308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Annual cost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103120"/>
            <a:ext cx="8138160" cy="411480"/>
          </a:xfrm>
          <a:prstGeom prst="rect">
            <a:avLst/>
          </a:prstGeom>
          <a:solidFill>
            <a:srgbClr val="FBF8F0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19456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Local Line subscription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219456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$2,500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514600"/>
            <a:ext cx="81381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60604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Wix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260604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$1,500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2926080"/>
            <a:ext cx="8138160" cy="411480"/>
          </a:xfrm>
          <a:prstGeom prst="rect">
            <a:avLst/>
          </a:prstGeom>
          <a:solidFill>
            <a:srgbClr val="FBF8F0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01752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Biocode script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301752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$5,000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337560"/>
            <a:ext cx="81381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42900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Wix design help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342900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$1,000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77240" y="3749040"/>
            <a:ext cx="8138160" cy="411480"/>
          </a:xfrm>
          <a:prstGeom prst="rect">
            <a:avLst/>
          </a:prstGeom>
          <a:solidFill>
            <a:srgbClr val="FBF8F0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84048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Current annual total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384048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1303A"/>
                </a:solidFill>
              </a:rPr>
              <a:t>$10,000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160520"/>
            <a:ext cx="81381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25196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Target Biocode maintenance for CSA Store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0" y="425196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1303A"/>
                </a:solidFill>
              </a:rPr>
              <a:t>$5,000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4572000"/>
            <a:ext cx="8138160" cy="411480"/>
          </a:xfrm>
          <a:prstGeom prst="rect">
            <a:avLst/>
          </a:prstGeom>
          <a:solidFill>
            <a:srgbClr val="FBF8F0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66344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Direct annual savings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0" y="466344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1303A"/>
                </a:solidFill>
              </a:rPr>
              <a:t>$5,000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732520" y="219456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8F2E2B"/>
          </a:solidFill>
          <a:ln w="12700">
            <a:solidFill>
              <a:srgbClr val="8F2E2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232257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Direct savings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97112" y="260604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$5K / year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8732520" y="374904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97112" y="3877056"/>
            <a:ext cx="2231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Labor savings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7112" y="4160520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Less manual work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ROI: conversion and retention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A better portal should grow members.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2377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150 members leave each year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150 new members join each year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intake and retention can add about 30 members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annual value: about $72,000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438912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4517136"/>
            <a:ext cx="3145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Member upside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78992" y="480060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additional members / year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663440" y="4389120"/>
            <a:ext cx="2834640" cy="1097280"/>
          </a:xfrm>
          <a:prstGeom prst="roundRect">
            <a:avLst>
              <a:gd name="adj" fmla="val 6667"/>
            </a:avLst>
          </a:prstGeom>
          <a:solidFill>
            <a:srgbClr val="8F2E2B"/>
          </a:solidFill>
          <a:ln w="12700">
            <a:solidFill>
              <a:srgbClr val="8F2E2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4517136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Estimated value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28032" y="4800600"/>
            <a:ext cx="25054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$72K / year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5806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6535D"/>
                </a:solidFill>
              </a:rPr>
              <a:t>This reflects both better conversion and better retention.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ROI: pricing and margin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Pricing control directly drives profit.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Cleaner formula pricing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inconsistency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review of margin decisions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2% markup improvement is worth more than $10K per year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60520" y="44805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C89D4F"/>
          </a:solidFill>
          <a:ln w="12700">
            <a:solidFill>
              <a:srgbClr val="C89D4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460857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Pricing upside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25112" y="4892040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&gt; $10K / year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and attribution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Spend should be guided by data.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Today, attribution is weak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module connects campaigns, locations, subscriptions, and spend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improves where to spend and what to promote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upside is not included in the base ROI math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069080" y="452628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33672" y="4654296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Not yet counted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33672" y="4937760"/>
            <a:ext cx="36941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Advertising efficiency upside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value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Base ROI before added marketing upside.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8321040" cy="475488"/>
          </a:xfrm>
          <a:prstGeom prst="roundRect">
            <a:avLst>
              <a:gd name="adj" fmla="val 3846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74520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Source of value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03720" y="1874520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Annual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2258568"/>
            <a:ext cx="8321040" cy="475488"/>
          </a:xfrm>
          <a:prstGeom prst="rect">
            <a:avLst/>
          </a:prstGeom>
          <a:solidFill>
            <a:srgbClr val="FBF8F0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350008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Direct software / support savings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03720" y="2350008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$5,000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734056"/>
            <a:ext cx="8321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825496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Conversion and retention upside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03720" y="2825496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$72,000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209544"/>
            <a:ext cx="8321040" cy="475488"/>
          </a:xfrm>
          <a:prstGeom prst="rect">
            <a:avLst/>
          </a:prstGeom>
          <a:solidFill>
            <a:srgbClr val="FBF8F0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300984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Pricing and margin upside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903720" y="3300984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&gt;$10,000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685032"/>
            <a:ext cx="8321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3C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776472"/>
            <a:ext cx="5806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303A"/>
                </a:solidFill>
              </a:rPr>
              <a:t>Total identified annual value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377647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1303A"/>
                </a:solidFill>
              </a:rPr>
              <a:t>&gt;$87,000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06840" y="210312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46535D"/>
          </a:solidFill>
          <a:ln w="12700">
            <a:solidFill>
              <a:srgbClr val="46535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71432" y="223113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Annual maintenance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251460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$5K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06840" y="342900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71432" y="355701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Gross benefit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71432" y="384048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&gt;$87K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006840" y="4754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8F2E2B"/>
          </a:solidFill>
          <a:ln w="12700">
            <a:solidFill>
              <a:srgbClr val="8F2E2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71432" y="4882896"/>
            <a:ext cx="1591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ROI multiple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71432" y="516636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&gt;17x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Deck Family Farm | Full Farm CSA | DigitalOcean-hosted CSA Store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667042"/>
          </a:solidFill>
          <a:ln w="12700">
            <a:solidFill>
              <a:srgbClr val="6670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CSA Store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30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 goal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6535D"/>
                </a:solidFill>
              </a:rPr>
              <a:t>One operating platform.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698480" cy="4754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subscriptions, pricing, analytics, workflows, and marketing in one place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fragile handoffs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 the platform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2130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it with Codex-assisted iteration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6535D"/>
                </a:solidFill>
              </a:rPr>
              <a:t>CSA Store target state | One operating platform instead of many stitched-together tools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Deck Family Farm / Full Farm CSA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CSA Store Application Overview</dc:title>
  <dc:subject>CSA Store application overview and ROI</dc:subject>
  <dc:creator>OpenAI Codex</dc:creator>
  <cp:lastModifiedBy>OpenAI Codex</cp:lastModifiedBy>
  <cp:revision>1</cp:revision>
  <dcterms:created xsi:type="dcterms:W3CDTF">2026-05-14T13:25:11Z</dcterms:created>
  <dcterms:modified xsi:type="dcterms:W3CDTF">2026-05-14T13:25:11Z</dcterms:modified>
</cp:coreProperties>
</file>